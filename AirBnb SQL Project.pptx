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6EC93B-FA66-8943-9BB1-D9397972BC82}" v="14" dt="2025-02-19T10:17:51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781"/>
    <p:restoredTop sz="94703"/>
  </p:normalViewPr>
  <p:slideViewPr>
    <p:cSldViewPr snapToGrid="0">
      <p:cViewPr varScale="1">
        <p:scale>
          <a:sx n="128" d="100"/>
          <a:sy n="128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DB59-B269-5F12-CEEA-B56337799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D4F28-5565-D742-4CC6-5D315B567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9F8EF-185D-F8B5-6BCC-BEE7D72B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60FA6-48D6-4462-8392-DF027BFC5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0C612-F646-D06E-F4F8-DC035A8A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5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FAE9-5CA0-AA76-F207-6AF0CC3A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BFBD7-DFB2-B203-FAEE-9AC93E2E5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AA79-5A19-236B-3937-A2BD5351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B4418-FE62-1180-B39F-8C45DD28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B3900-1FF4-798A-4FDA-F172F440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D12B-FA18-73E9-C8E2-2DC40BE8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C8D61-C72A-2526-922A-0D642B5EC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72A7-44DB-5542-B097-91627196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7BE63-36AE-1E36-5877-B7D06E529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94F40-34F9-9BB6-5DA2-8E11E429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2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1C84-18AC-4BF4-31B7-453FCDF9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77E43-D09E-9CAA-54FC-3851FCB6F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6AB3D-FD9D-284E-9865-17DA84D4A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B2BA5-2FFE-69E6-D6A4-34E147D7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367DC-85B4-4558-6C5E-EA52FE77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01D9B-4346-FF07-E705-624349E3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5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6173-6E04-5A4C-69D9-41426F5ED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D58B1-D7E8-1E70-A51B-46A90DCC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954E4-5A84-0613-03C5-25F26C2F5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E5FEA-6597-9DBA-993E-EE476F5D6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3DB04-6419-E406-787A-92BF89568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661B54-B650-2C3F-B789-7AD2F51F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DE17CB-3D64-B740-96DB-3345BFC2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01DD1-F9C4-CCD9-CD33-52DCC59AB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2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BCC49-949E-1637-3E7C-11E5586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C60BE-BC95-9B2E-5434-0DCA2BB9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74481-0A24-8D2B-F4F1-70558CC7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B1C20-7E98-2E3B-C880-655570C8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8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25094-B899-743B-0FA0-6EDDAF14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4E1F-2A92-6C2C-F181-291BF019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5BCA1-1148-7D89-4900-0A7E7023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0275-5D5E-D7FD-9731-72247B63E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0F45-0AD9-2D1F-FAAE-28F6E300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47303-5B20-B87B-9F85-CD1CA1EDC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586CD-4293-87AA-50EB-19E4035A6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C3D92-E1BA-0C1B-8701-4A8019CD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8889-8AA4-C848-9F77-319A916A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7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9DCB-3705-A856-87A1-3912A1EBC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51E48-7CE6-470F-9A1A-B2C79CB0C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28E5C-0EFA-8EC6-FCF1-3168B65D4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E9490-935F-3AC5-3FAA-8675A577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B699F-BE59-9590-3226-DF7E7FA96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D9A83-EE69-7722-15AE-C93BACB3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5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1230-23C2-7400-593E-13A53DAF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A2B99-76FC-6E18-E47E-7CBC5902D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878B5-E80C-9CBD-D210-AF4E126D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6A352-EAF2-56EB-71EC-A6167E24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FF31F-0C4C-82B7-6434-EAF3FE5C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1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CAC06-9147-EE72-942A-960804A48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18F2-F601-8FBE-53BC-302E68168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0CA74-B668-BAA0-CF07-4421ECEB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494CC-40E2-774C-F57A-626E9E3C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BB287-B302-58D5-A631-55C06852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0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16B74-D763-99E2-4BE8-A9FAA278B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11FD2-F71F-4795-6864-ACCBC3B82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49366-BE0B-5B7E-3C67-E45A924E9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54265-A0FC-234F-A725-3A4E497C209A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624BC-46FF-2695-2385-356747689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19DD3-FBAD-AA23-2276-EF094A101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C1DBF-91C9-6B41-821D-1DA9AEE8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84B3-2950-6C9D-F946-990849F3AF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AirBnB</a:t>
            </a:r>
            <a:r>
              <a:rPr lang="en-US" dirty="0"/>
              <a:t> SQL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04E8B-25EE-8937-12CE-87E1B6D3ED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14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B8D8-F434-B5D8-2D8D-9CD1DE2A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E1B0-6FBC-3CEE-9743-DF66FCACE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Helvetica Neue" panose="02000503000000020004" pitchFamily="2" charset="0"/>
              </a:rPr>
              <a:t>What are the </a:t>
            </a:r>
            <a:r>
              <a:rPr lang="en-GB" dirty="0">
                <a:effectLst/>
                <a:latin typeface="Helvetica Neue" panose="02000503000000020004" pitchFamily="2" charset="0"/>
              </a:rPr>
              <a:t>10 most reviewed listings?</a:t>
            </a:r>
          </a:p>
          <a:p>
            <a:r>
              <a:rPr lang="en-GB" dirty="0">
                <a:latin typeface="Helvetica Neue" panose="02000503000000020004" pitchFamily="2" charset="0"/>
              </a:rPr>
              <a:t>What are the top 5 most expensive neighbourhoods?</a:t>
            </a:r>
          </a:p>
          <a:p>
            <a:r>
              <a:rPr lang="en-GB" dirty="0">
                <a:effectLst/>
                <a:latin typeface="Helvetica Neue" panose="02000503000000020004" pitchFamily="2" charset="0"/>
              </a:rPr>
              <a:t>Are any hosts fully booked for March 2025 and which hosts are the busiest in March 2025?</a:t>
            </a:r>
          </a:p>
          <a:p>
            <a:r>
              <a:rPr lang="en-GB" dirty="0">
                <a:latin typeface="Helvetica Neue" panose="02000503000000020004" pitchFamily="2" charset="0"/>
              </a:rPr>
              <a:t>Who are the hosts with the least listings?</a:t>
            </a:r>
          </a:p>
          <a:p>
            <a:r>
              <a:rPr lang="en-GB" dirty="0">
                <a:effectLst/>
                <a:latin typeface="Helvetica Neue" panose="02000503000000020004" pitchFamily="2" charset="0"/>
              </a:rPr>
              <a:t>Identify some hosts which may benefit from a new cleaning service provider</a:t>
            </a:r>
          </a:p>
          <a:p>
            <a:endParaRPr lang="en-GB" dirty="0">
              <a:effectLst/>
              <a:latin typeface="Helvetica Neue" panose="02000503000000020004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58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D5420-A7E9-FF9E-1626-5DF97408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Question 1: Code</a:t>
            </a:r>
          </a:p>
        </p:txBody>
      </p:sp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A82C66C-237F-F7BA-4778-B40C28E1A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383" y="1811506"/>
            <a:ext cx="7544121" cy="324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1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3317C-F568-19E1-DDFC-25987D41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4E7CB7E-6BE9-1CF8-C47A-3675D348B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31A82F-C9F9-35A6-D675-E4209F045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AF15F0-A3CA-616C-942D-2702AA309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6D704C-F841-F76C-9564-D06DD37C8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F7DF6C-BE52-D0A1-A24A-858AD005F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778A6-4986-8D20-6B02-F03D4D2A0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1: Output</a:t>
            </a: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366CE8F3-4850-77B0-24C1-B397E692B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223" y="2176669"/>
            <a:ext cx="9507984" cy="25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88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6EDF8-7FB1-BD66-2956-C170107B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951B6A2-B662-E3AF-43CC-FACA4BBCD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C93190-6FFF-6F0D-7395-33DE46B07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D7E0D4-A97E-A5BD-7316-891338583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ED516A-BB15-F308-0927-788A667C6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AA7C30-9C4E-3004-1B9C-749D66748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A44A9-5573-2084-1D8E-AE921C0A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2: Code</a:t>
            </a: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CF3E37EB-26CE-E9B0-330C-3FD4B785A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275" y="1928621"/>
            <a:ext cx="8013449" cy="358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6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6099D-CF90-5321-4475-EE52AD0C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D454228-227E-490F-D11B-BFD8A0D14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55F4B5-EDDF-F0B5-9B15-B8BA9DF28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DAD82-9E9D-D3CB-629A-218C92538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833F51-1DCF-F029-16A0-483540D20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D02B19-E5F7-D925-D3D5-88AA935A5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27047-3C8A-0B18-4DD3-7B274080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2: Output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F7C7F28-3878-2940-97B7-8310D8CDD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76" y="2169090"/>
            <a:ext cx="6653048" cy="251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8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0B68A-5408-3659-90BD-91A6955A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9BC72F-68AD-D267-BC18-1F4D96AB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CAEBA4-6193-DBAF-47F6-E840284E6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1F2129-73C2-BD52-7D9F-DA9B6CA4F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7E241C-280B-D0F3-44C2-4EFC8FC09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E2211-FC99-2001-7E8D-8CCA67A7D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9BDC8-7AC1-A96F-6F59-53CBF6DC5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3: Code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552D7DE5-BFB7-AD53-CC83-8DA8CE03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94" y="2169922"/>
            <a:ext cx="9681289" cy="25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74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44E91-998E-739A-DC33-52E5F670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D6AFDEE-65E3-82DA-F607-DDA8BFDA5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85CE42-F4AC-C941-8881-06CF8F6F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11A8BB-68F0-C74E-7B77-EB0FD1D3B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E8163E-EA85-B462-168F-267FB2E54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F297B2-BE3D-677B-7799-7EC9E5D8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AD959-097B-E7D4-A7E7-C0A09CA9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3: Output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B1535F7-47E0-D215-741D-0C41DDBE3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906" y="1808988"/>
            <a:ext cx="9434188" cy="324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7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9FE8D-6672-7F99-F475-4A6F5E1D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9431CD0-C31C-5762-7C6C-92B5E492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785173-07CF-A21D-0987-E5F3DE786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F6708B-536A-0DB1-F710-E468668E4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BC0735-12D9-F72F-0882-B15F27AF1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97ADA3-DD5F-E0D2-BCEB-75C7C8E7B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811C9-E583-1E7E-13D8-DEA2729D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4: Code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E0ADD825-6B4F-B47F-D6AA-CC5912BB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78" y="2170491"/>
            <a:ext cx="9862134" cy="251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5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48401-C267-CB53-5DAD-559F7C03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FEB2905-6DB9-9306-6127-784BEC7C8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938100-0CB5-8F28-DFA9-9160FBC1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4BEDE5-C110-991B-95E3-F09F20EDA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A15A64-33D8-A489-39DD-AEE3D5001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A426AF-4096-5FD1-875B-B9B22E556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A9749-5891-DEA5-F8B8-F53384B4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4: Output</a:t>
            </a:r>
          </a:p>
        </p:txBody>
      </p:sp>
      <p:pic>
        <p:nvPicPr>
          <p:cNvPr id="4" name="Picture 3" descr="A screenshot of a calculator&#10;&#10;Description automatically generated">
            <a:extLst>
              <a:ext uri="{FF2B5EF4-FFF2-40B4-BE49-F238E27FC236}">
                <a16:creationId xmlns:a16="http://schemas.microsoft.com/office/drawing/2014/main" id="{978D7A02-0A6C-AC8B-CEAC-1E260A4BB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873" y="2170141"/>
            <a:ext cx="9472254" cy="251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AC6C4-4FA5-00F8-8CCF-30861FFA9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F50FED8-2568-F169-29B0-A3D14F45C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C323C4-02F7-F875-4CA0-58C979DCF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DEF7DE-6BF9-9BF7-9245-6CF42596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432E86-2004-FA85-42D4-3E6BEEDFC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AF8D57-F6D8-681A-E949-79BA696AA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0A45C-7132-7110-2A2C-C53F1249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5: Code</a:t>
            </a:r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5C9027DC-2097-E284-5033-7103EE61A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141" y="1775948"/>
            <a:ext cx="9491718" cy="330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46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CF671-437F-42D3-93A3-17155EB42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D849FB0-0307-D6E0-95B3-53A2AB60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14D1E7-6141-8457-0D54-E145AC190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23082D-4739-9B50-DC16-E77F57EC7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0F2A8E-2A81-751B-4AD5-1FC7F5DB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C984EC-75CF-1221-11E3-49ACE7E26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958DE-FE70-1BC2-0E26-7FFCB484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Question 5: Output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3E8A011-EE1E-CD33-1B25-432639CDB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51" y="1823326"/>
            <a:ext cx="9947265" cy="452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4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101</Words>
  <Application>Microsoft Macintosh PowerPoint</Application>
  <PresentationFormat>Widescreen</PresentationFormat>
  <Paragraphs>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Helvetica Neue</vt:lpstr>
      <vt:lpstr>Office Theme</vt:lpstr>
      <vt:lpstr>AirBnB SQL Project</vt:lpstr>
      <vt:lpstr>Project Questions</vt:lpstr>
      <vt:lpstr>Question 1: Code</vt:lpstr>
      <vt:lpstr>Question 1: Output</vt:lpstr>
      <vt:lpstr>Question 2: Code</vt:lpstr>
      <vt:lpstr>Question 2: Output</vt:lpstr>
      <vt:lpstr>Question 3: Code</vt:lpstr>
      <vt:lpstr>Question 3: Output</vt:lpstr>
      <vt:lpstr>Question 4: Code</vt:lpstr>
      <vt:lpstr>Question 4: Output</vt:lpstr>
      <vt:lpstr>Question 5: Code</vt:lpstr>
      <vt:lpstr>Question 5: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Ebenezer Ekaka-a</dc:creator>
  <cp:lastModifiedBy>Ebenezer Ekaka-a</cp:lastModifiedBy>
  <cp:revision>2</cp:revision>
  <dcterms:created xsi:type="dcterms:W3CDTF">2025-02-10T10:25:23Z</dcterms:created>
  <dcterms:modified xsi:type="dcterms:W3CDTF">2025-02-20T17:06:40Z</dcterms:modified>
</cp:coreProperties>
</file>