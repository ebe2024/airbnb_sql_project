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7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6EC93B-FA66-8943-9BB1-D9397972BC82}" v="8" dt="2025-02-10T12:47:58.1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7"/>
    <p:restoredTop sz="94687"/>
  </p:normalViewPr>
  <p:slideViewPr>
    <p:cSldViewPr snapToGrid="0">
      <p:cViewPr varScale="1">
        <p:scale>
          <a:sx n="121" d="100"/>
          <a:sy n="121" d="100"/>
        </p:scale>
        <p:origin x="4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benezer Ekaka-a" userId="fd0a449858f27441" providerId="LiveId" clId="{DD6EC93B-FA66-8943-9BB1-D9397972BC82}"/>
    <pc:docChg chg="custSel addSld modSld sldOrd">
      <pc:chgData name="Ebenezer Ekaka-a" userId="fd0a449858f27441" providerId="LiveId" clId="{DD6EC93B-FA66-8943-9BB1-D9397972BC82}" dt="2025-02-10T12:48:51.956" v="339" actId="1076"/>
      <pc:docMkLst>
        <pc:docMk/>
      </pc:docMkLst>
      <pc:sldChg chg="modSp mod">
        <pc:chgData name="Ebenezer Ekaka-a" userId="fd0a449858f27441" providerId="LiveId" clId="{DD6EC93B-FA66-8943-9BB1-D9397972BC82}" dt="2025-02-10T12:45:59.511" v="319" actId="20577"/>
        <pc:sldMkLst>
          <pc:docMk/>
          <pc:sldMk cId="2626588831" sldId="257"/>
        </pc:sldMkLst>
        <pc:spChg chg="mod">
          <ac:chgData name="Ebenezer Ekaka-a" userId="fd0a449858f27441" providerId="LiveId" clId="{DD6EC93B-FA66-8943-9BB1-D9397972BC82}" dt="2025-02-10T12:45:59.511" v="319" actId="20577"/>
          <ac:spMkLst>
            <pc:docMk/>
            <pc:sldMk cId="2626588831" sldId="257"/>
            <ac:spMk id="3" creationId="{0818E1B0-6FBC-3CEE-9743-DF66FCACE753}"/>
          </ac:spMkLst>
        </pc:spChg>
      </pc:sldChg>
      <pc:sldChg chg="ord">
        <pc:chgData name="Ebenezer Ekaka-a" userId="fd0a449858f27441" providerId="LiveId" clId="{DD6EC93B-FA66-8943-9BB1-D9397972BC82}" dt="2025-02-10T11:01:55.022" v="51" actId="20578"/>
        <pc:sldMkLst>
          <pc:docMk/>
          <pc:sldMk cId="2308080017" sldId="261"/>
        </pc:sldMkLst>
      </pc:sldChg>
      <pc:sldChg chg="addSp delSp modSp add mod ord">
        <pc:chgData name="Ebenezer Ekaka-a" userId="fd0a449858f27441" providerId="LiveId" clId="{DD6EC93B-FA66-8943-9BB1-D9397972BC82}" dt="2025-02-10T11:03:55.799" v="75" actId="1076"/>
        <pc:sldMkLst>
          <pc:docMk/>
          <pc:sldMk cId="1705555321" sldId="262"/>
        </pc:sldMkLst>
        <pc:spChg chg="mod">
          <ac:chgData name="Ebenezer Ekaka-a" userId="fd0a449858f27441" providerId="LiveId" clId="{DD6EC93B-FA66-8943-9BB1-D9397972BC82}" dt="2025-02-10T11:02:09.835" v="55" actId="20577"/>
          <ac:spMkLst>
            <pc:docMk/>
            <pc:sldMk cId="1705555321" sldId="262"/>
            <ac:spMk id="2" creationId="{557811C9-E583-1E7E-13D8-DEA2729D4E08}"/>
          </ac:spMkLst>
        </pc:spChg>
        <pc:picChg chg="add mod">
          <ac:chgData name="Ebenezer Ekaka-a" userId="fd0a449858f27441" providerId="LiveId" clId="{DD6EC93B-FA66-8943-9BB1-D9397972BC82}" dt="2025-02-10T11:03:55.799" v="75" actId="1076"/>
          <ac:picMkLst>
            <pc:docMk/>
            <pc:sldMk cId="1705555321" sldId="262"/>
            <ac:picMk id="4" creationId="{E0ADD825-6B4F-B47F-D6AA-CC5912BBA739}"/>
          </ac:picMkLst>
        </pc:picChg>
        <pc:picChg chg="add del mod">
          <ac:chgData name="Ebenezer Ekaka-a" userId="fd0a449858f27441" providerId="LiveId" clId="{DD6EC93B-FA66-8943-9BB1-D9397972BC82}" dt="2025-02-10T11:03:18.185" v="70" actId="21"/>
          <ac:picMkLst>
            <pc:docMk/>
            <pc:sldMk cId="1705555321" sldId="262"/>
            <ac:picMk id="6" creationId="{667B5612-B900-4B38-E9F5-4535E79FCF76}"/>
          </ac:picMkLst>
        </pc:picChg>
        <pc:picChg chg="del">
          <ac:chgData name="Ebenezer Ekaka-a" userId="fd0a449858f27441" providerId="LiveId" clId="{DD6EC93B-FA66-8943-9BB1-D9397972BC82}" dt="2025-02-10T11:02:21.201" v="58" actId="478"/>
          <ac:picMkLst>
            <pc:docMk/>
            <pc:sldMk cId="1705555321" sldId="262"/>
            <ac:picMk id="9" creationId="{FB30C45F-E36A-133D-587F-BC9D4FC1906B}"/>
          </ac:picMkLst>
        </pc:picChg>
      </pc:sldChg>
      <pc:sldChg chg="addSp delSp modSp add mod ord">
        <pc:chgData name="Ebenezer Ekaka-a" userId="fd0a449858f27441" providerId="LiveId" clId="{DD6EC93B-FA66-8943-9BB1-D9397972BC82}" dt="2025-02-10T11:23:12.843" v="79" actId="20578"/>
        <pc:sldMkLst>
          <pc:docMk/>
          <pc:sldMk cId="209935378" sldId="263"/>
        </pc:sldMkLst>
        <pc:spChg chg="mod">
          <ac:chgData name="Ebenezer Ekaka-a" userId="fd0a449858f27441" providerId="LiveId" clId="{DD6EC93B-FA66-8943-9BB1-D9397972BC82}" dt="2025-02-10T11:02:16.342" v="57" actId="20577"/>
          <ac:spMkLst>
            <pc:docMk/>
            <pc:sldMk cId="209935378" sldId="263"/>
            <ac:spMk id="2" creationId="{A53A9749-5891-DEA5-F8B8-F53384B42EDE}"/>
          </ac:spMkLst>
        </pc:spChg>
        <pc:picChg chg="del">
          <ac:chgData name="Ebenezer Ekaka-a" userId="fd0a449858f27441" providerId="LiveId" clId="{DD6EC93B-FA66-8943-9BB1-D9397972BC82}" dt="2025-02-10T11:03:12.105" v="69" actId="478"/>
          <ac:picMkLst>
            <pc:docMk/>
            <pc:sldMk cId="209935378" sldId="263"/>
            <ac:picMk id="3" creationId="{6EDA1C75-3AC5-F345-F40E-83D0B0CEE835}"/>
          </ac:picMkLst>
        </pc:picChg>
        <pc:picChg chg="add mod">
          <ac:chgData name="Ebenezer Ekaka-a" userId="fd0a449858f27441" providerId="LiveId" clId="{DD6EC93B-FA66-8943-9BB1-D9397972BC82}" dt="2025-02-10T11:04:19.645" v="77" actId="1076"/>
          <ac:picMkLst>
            <pc:docMk/>
            <pc:sldMk cId="209935378" sldId="263"/>
            <ac:picMk id="4" creationId="{978D7A02-0A6C-AC8B-CEAC-1E260A4BBE8B}"/>
          </ac:picMkLst>
        </pc:picChg>
      </pc:sldChg>
      <pc:sldChg chg="addSp delSp modSp add mod ord">
        <pc:chgData name="Ebenezer Ekaka-a" userId="fd0a449858f27441" providerId="LiveId" clId="{DD6EC93B-FA66-8943-9BB1-D9397972BC82}" dt="2025-02-10T11:29:30.907" v="119" actId="1076"/>
        <pc:sldMkLst>
          <pc:docMk/>
          <pc:sldMk cId="1080346520" sldId="264"/>
        </pc:sldMkLst>
        <pc:spChg chg="mod">
          <ac:chgData name="Ebenezer Ekaka-a" userId="fd0a449858f27441" providerId="LiveId" clId="{DD6EC93B-FA66-8943-9BB1-D9397972BC82}" dt="2025-02-10T11:23:30.474" v="83" actId="20577"/>
          <ac:spMkLst>
            <pc:docMk/>
            <pc:sldMk cId="1080346520" sldId="264"/>
            <ac:spMk id="2" creationId="{E260A45C-7132-7110-2A2C-C53F12493D87}"/>
          </ac:spMkLst>
        </pc:spChg>
        <pc:picChg chg="del">
          <ac:chgData name="Ebenezer Ekaka-a" userId="fd0a449858f27441" providerId="LiveId" clId="{DD6EC93B-FA66-8943-9BB1-D9397972BC82}" dt="2025-02-10T11:23:46.277" v="86" actId="478"/>
          <ac:picMkLst>
            <pc:docMk/>
            <pc:sldMk cId="1080346520" sldId="264"/>
            <ac:picMk id="4" creationId="{8D877DEB-E656-A2AD-9CD7-C6A1954D947D}"/>
          </ac:picMkLst>
        </pc:picChg>
        <pc:picChg chg="add del mod">
          <ac:chgData name="Ebenezer Ekaka-a" userId="fd0a449858f27441" providerId="LiveId" clId="{DD6EC93B-FA66-8943-9BB1-D9397972BC82}" dt="2025-02-10T11:28:12.597" v="105" actId="478"/>
          <ac:picMkLst>
            <pc:docMk/>
            <pc:sldMk cId="1080346520" sldId="264"/>
            <ac:picMk id="5" creationId="{96E4D7E5-7F2C-AD21-0287-218C77AACC9C}"/>
          </ac:picMkLst>
        </pc:picChg>
        <pc:picChg chg="add del mod">
          <ac:chgData name="Ebenezer Ekaka-a" userId="fd0a449858f27441" providerId="LiveId" clId="{DD6EC93B-FA66-8943-9BB1-D9397972BC82}" dt="2025-02-10T11:24:29.466" v="96" actId="21"/>
          <ac:picMkLst>
            <pc:docMk/>
            <pc:sldMk cId="1080346520" sldId="264"/>
            <ac:picMk id="7" creationId="{0B8B7041-1E10-451D-1BD6-CA1C0984ADE4}"/>
          </ac:picMkLst>
        </pc:picChg>
        <pc:picChg chg="add mod">
          <ac:chgData name="Ebenezer Ekaka-a" userId="fd0a449858f27441" providerId="LiveId" clId="{DD6EC93B-FA66-8943-9BB1-D9397972BC82}" dt="2025-02-10T11:29:30.907" v="119" actId="1076"/>
          <ac:picMkLst>
            <pc:docMk/>
            <pc:sldMk cId="1080346520" sldId="264"/>
            <ac:picMk id="9" creationId="{8A10915E-6856-98EA-A7C2-940D671525E7}"/>
          </ac:picMkLst>
        </pc:picChg>
        <pc:picChg chg="add del mod">
          <ac:chgData name="Ebenezer Ekaka-a" userId="fd0a449858f27441" providerId="LiveId" clId="{DD6EC93B-FA66-8943-9BB1-D9397972BC82}" dt="2025-02-10T11:28:49.962" v="114" actId="21"/>
          <ac:picMkLst>
            <pc:docMk/>
            <pc:sldMk cId="1080346520" sldId="264"/>
            <ac:picMk id="11" creationId="{588EB154-D5F1-827A-4061-E1370D55168C}"/>
          </ac:picMkLst>
        </pc:picChg>
      </pc:sldChg>
      <pc:sldChg chg="addSp delSp modSp add mod">
        <pc:chgData name="Ebenezer Ekaka-a" userId="fd0a449858f27441" providerId="LiveId" clId="{DD6EC93B-FA66-8943-9BB1-D9397972BC82}" dt="2025-02-10T11:29:52.394" v="121" actId="1076"/>
        <pc:sldMkLst>
          <pc:docMk/>
          <pc:sldMk cId="4219847952" sldId="265"/>
        </pc:sldMkLst>
        <pc:spChg chg="mod">
          <ac:chgData name="Ebenezer Ekaka-a" userId="fd0a449858f27441" providerId="LiveId" clId="{DD6EC93B-FA66-8943-9BB1-D9397972BC82}" dt="2025-02-10T11:23:35.553" v="85" actId="20577"/>
          <ac:spMkLst>
            <pc:docMk/>
            <pc:sldMk cId="4219847952" sldId="265"/>
            <ac:spMk id="2" creationId="{6ED958DE-FE70-1BC2-0E26-7FFCB4843A40}"/>
          </ac:spMkLst>
        </pc:spChg>
        <pc:picChg chg="add del mod">
          <ac:chgData name="Ebenezer Ekaka-a" userId="fd0a449858f27441" providerId="LiveId" clId="{DD6EC93B-FA66-8943-9BB1-D9397972BC82}" dt="2025-02-10T11:28:44.728" v="113" actId="478"/>
          <ac:picMkLst>
            <pc:docMk/>
            <pc:sldMk cId="4219847952" sldId="265"/>
            <ac:picMk id="3" creationId="{81694FAA-508F-C57B-E473-10F6689981F6}"/>
          </ac:picMkLst>
        </pc:picChg>
        <pc:picChg chg="del">
          <ac:chgData name="Ebenezer Ekaka-a" userId="fd0a449858f27441" providerId="LiveId" clId="{DD6EC93B-FA66-8943-9BB1-D9397972BC82}" dt="2025-02-10T11:24:24.328" v="95" actId="478"/>
          <ac:picMkLst>
            <pc:docMk/>
            <pc:sldMk cId="4219847952" sldId="265"/>
            <ac:picMk id="4" creationId="{273A029B-FA55-5ED1-B613-FE819E327C4B}"/>
          </ac:picMkLst>
        </pc:picChg>
        <pc:picChg chg="add mod">
          <ac:chgData name="Ebenezer Ekaka-a" userId="fd0a449858f27441" providerId="LiveId" clId="{DD6EC93B-FA66-8943-9BB1-D9397972BC82}" dt="2025-02-10T11:29:52.394" v="121" actId="1076"/>
          <ac:picMkLst>
            <pc:docMk/>
            <pc:sldMk cId="4219847952" sldId="265"/>
            <ac:picMk id="5" creationId="{53F68585-2069-E653-D64E-40DD3E8AC5AE}"/>
          </ac:picMkLst>
        </pc:picChg>
      </pc:sldChg>
      <pc:sldChg chg="addSp delSp modSp add mod ord">
        <pc:chgData name="Ebenezer Ekaka-a" userId="fd0a449858f27441" providerId="LiveId" clId="{DD6EC93B-FA66-8943-9BB1-D9397972BC82}" dt="2025-02-10T12:48:51.956" v="339" actId="1076"/>
        <pc:sldMkLst>
          <pc:docMk/>
          <pc:sldMk cId="1974274163" sldId="266"/>
        </pc:sldMkLst>
        <pc:spChg chg="mod">
          <ac:chgData name="Ebenezer Ekaka-a" userId="fd0a449858f27441" providerId="LiveId" clId="{DD6EC93B-FA66-8943-9BB1-D9397972BC82}" dt="2025-02-10T12:46:37.887" v="324" actId="20577"/>
          <ac:spMkLst>
            <pc:docMk/>
            <pc:sldMk cId="1974274163" sldId="266"/>
            <ac:spMk id="2" creationId="{92D9BDC8-7AC1-A96F-6F59-53CBF6DC5DB6}"/>
          </ac:spMkLst>
        </pc:spChg>
        <pc:picChg chg="add mod">
          <ac:chgData name="Ebenezer Ekaka-a" userId="fd0a449858f27441" providerId="LiveId" clId="{DD6EC93B-FA66-8943-9BB1-D9397972BC82}" dt="2025-02-10T12:48:51.956" v="339" actId="1076"/>
          <ac:picMkLst>
            <pc:docMk/>
            <pc:sldMk cId="1974274163" sldId="266"/>
            <ac:picMk id="4" creationId="{552D7DE5-BFB7-AD53-CC83-8DA8CE037E68}"/>
          </ac:picMkLst>
        </pc:picChg>
        <pc:picChg chg="add del mod">
          <ac:chgData name="Ebenezer Ekaka-a" userId="fd0a449858f27441" providerId="LiveId" clId="{DD6EC93B-FA66-8943-9BB1-D9397972BC82}" dt="2025-02-10T12:47:53.816" v="333" actId="21"/>
          <ac:picMkLst>
            <pc:docMk/>
            <pc:sldMk cId="1974274163" sldId="266"/>
            <ac:picMk id="6" creationId="{B26AA0E0-2E50-0E7B-9F56-2D1550E18FC9}"/>
          </ac:picMkLst>
        </pc:picChg>
        <pc:picChg chg="del">
          <ac:chgData name="Ebenezer Ekaka-a" userId="fd0a449858f27441" providerId="LiveId" clId="{DD6EC93B-FA66-8943-9BB1-D9397972BC82}" dt="2025-02-10T12:46:48.808" v="327" actId="478"/>
          <ac:picMkLst>
            <pc:docMk/>
            <pc:sldMk cId="1974274163" sldId="266"/>
            <ac:picMk id="9" creationId="{4FA2D92E-EDD5-901B-49B6-1E14B7348C8D}"/>
          </ac:picMkLst>
        </pc:picChg>
      </pc:sldChg>
      <pc:sldChg chg="addSp delSp modSp add mod">
        <pc:chgData name="Ebenezer Ekaka-a" userId="fd0a449858f27441" providerId="LiveId" clId="{DD6EC93B-FA66-8943-9BB1-D9397972BC82}" dt="2025-02-10T12:48:25.324" v="336" actId="1076"/>
        <pc:sldMkLst>
          <pc:docMk/>
          <pc:sldMk cId="3938477642" sldId="267"/>
        </pc:sldMkLst>
        <pc:spChg chg="mod">
          <ac:chgData name="Ebenezer Ekaka-a" userId="fd0a449858f27441" providerId="LiveId" clId="{DD6EC93B-FA66-8943-9BB1-D9397972BC82}" dt="2025-02-10T12:46:42.827" v="326" actId="20577"/>
          <ac:spMkLst>
            <pc:docMk/>
            <pc:sldMk cId="3938477642" sldId="267"/>
            <ac:spMk id="2" creationId="{49CAD959-097B-E7D4-A7E7-C0A09CA94C8D}"/>
          </ac:spMkLst>
        </pc:spChg>
        <pc:picChg chg="del">
          <ac:chgData name="Ebenezer Ekaka-a" userId="fd0a449858f27441" providerId="LiveId" clId="{DD6EC93B-FA66-8943-9BB1-D9397972BC82}" dt="2025-02-10T12:47:46.428" v="332" actId="478"/>
          <ac:picMkLst>
            <pc:docMk/>
            <pc:sldMk cId="3938477642" sldId="267"/>
            <ac:picMk id="3" creationId="{13922020-4BEF-0CB2-419B-09FD5AB6E982}"/>
          </ac:picMkLst>
        </pc:picChg>
        <pc:picChg chg="add mod">
          <ac:chgData name="Ebenezer Ekaka-a" userId="fd0a449858f27441" providerId="LiveId" clId="{DD6EC93B-FA66-8943-9BB1-D9397972BC82}" dt="2025-02-10T12:48:25.324" v="336" actId="1076"/>
          <ac:picMkLst>
            <pc:docMk/>
            <pc:sldMk cId="3938477642" sldId="267"/>
            <ac:picMk id="4" creationId="{FB1535F7-47E0-D215-741D-0C41DDBE3A6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0DB59-B269-5F12-CEEA-B563377994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7D4F28-5565-D742-4CC6-5D315B5671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9F8EF-185D-F8B5-6BCC-BEE7D72B1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60FA6-48D6-4462-8392-DF027BFC5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F0C612-F646-D06E-F4F8-DC035A8A5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154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EFAE9-5CA0-AA76-F207-6AF0CC3A5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BFBD7-DFB2-B203-FAEE-9AC93E2E5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DAA79-5A19-236B-3937-A2BD5351D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6B4418-FE62-1180-B39F-8C45DD28C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4B3900-1FF4-798A-4FDA-F172F440A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405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8D12B-FA18-73E9-C8E2-2DC40BE8E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6C8D61-C72A-2526-922A-0D642B5EC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C72A7-44DB-5542-B097-916271963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87BE63-36AE-1E36-5877-B7D06E529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594F40-34F9-9BB6-5DA2-8E11E4291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423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81C84-18AC-4BF4-31B7-453FCDF95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77E43-D09E-9CAA-54FC-3851FCB6FA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46AB3D-FD9D-284E-9865-17DA84D4A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6B2BA5-2FFE-69E6-D6A4-34E147D7B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A367DC-85B4-4558-6C5E-EA52FE774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F01D9B-4346-FF07-E705-624349E37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558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46173-6E04-5A4C-69D9-41426F5ED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4D58B1-D7E8-1E70-A51B-46A90DCC99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E954E4-5A84-0613-03C5-25F26C2F53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8E5FEA-6597-9DBA-993E-EE476F5D6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F93DB04-6419-E406-787A-92BF8956857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661B54-B650-2C3F-B789-7AD2F51F6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DE17CB-3D64-B740-96DB-3345BFC29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F01DD1-F9C4-CCD9-CD33-52DCC59AB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42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BCC49-949E-1637-3E7C-11E5586B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7C60BE-BC95-9B2E-5434-0DCA2BB93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C74481-0A24-8D2B-F4F1-70558CC78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BB1C20-7E98-2E3B-C880-655570C86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98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725094-B899-743B-0FA0-6EDDAF14C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274E1F-2A92-6C2C-F181-291BF019D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5BCA1-1148-7D89-4900-0A7E70238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0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C0275-5D5E-D7FD-9731-72247B63E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30F45-0AD9-2D1F-FAAE-28F6E300E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F47303-5B20-B87B-9F85-CD1CA1EDC7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0586CD-4293-87AA-50EB-19E4035A6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EC3D92-E1BA-0C1B-8701-4A8019CDE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368889-8AA4-C848-9F77-319A916AE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075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29DCB-3705-A856-87A1-3912A1EBC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951E48-7CE6-470F-9A1A-B2C79CB0C3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528E5C-0EFA-8EC6-FCF1-3168B65D4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FE9490-935F-3AC5-3FAA-8675A577E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AB699F-BE59-9590-3226-DF7E7FA96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6D9A83-EE69-7722-15AE-C93BACB3A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955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81230-23C2-7400-593E-13A53DAFF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BA2B99-76FC-6E18-E47E-7CBC5902D2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878B5-E80C-9CBD-D210-AF4E126D9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6A352-EAF2-56EB-71EC-A6167E24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FF31F-0C4C-82B7-6434-EAF3FE5C8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816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13CAC06-9147-EE72-942A-960804A48C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D818F2-F601-8FBE-53BC-302E68168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10CA74-B668-BAA0-CF07-4421ECEB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9494CC-40E2-774C-F57A-626E9E3C62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BB287-B302-58D5-A631-55C06852F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070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B16B74-D763-99E2-4BE8-A9FAA278B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811FD2-F71F-4795-6864-ACCBC3B82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49366-BE0B-5B7E-3C67-E45A924E97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154265-A0FC-234F-A725-3A4E497C209A}" type="datetimeFigureOut">
              <a:rPr lang="en-US" smtClean="0"/>
              <a:t>2/10/25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624BC-46FF-2695-2385-356747689E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19DD3-FBAD-AA23-2276-EF094A1019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4C1DBF-91C9-6B41-821D-1DA9AEE87C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48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E84B3-2950-6C9D-F946-990849F3AF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AirBnB</a:t>
            </a:r>
            <a:r>
              <a:rPr lang="en-US" dirty="0"/>
              <a:t> SQL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704E8B-25EE-8937-12CE-87E1B6D3ED8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4814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BB8D8-F434-B5D8-2D8D-9CD1DE2A0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8E1B0-6FBC-3CEE-9743-DF66FCACE7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latin typeface="Helvetica Neue" panose="02000503000000020004" pitchFamily="2" charset="0"/>
              </a:rPr>
              <a:t>What are the </a:t>
            </a:r>
            <a:r>
              <a:rPr lang="en-GB" dirty="0">
                <a:effectLst/>
                <a:latin typeface="Helvetica Neue" panose="02000503000000020004" pitchFamily="2" charset="0"/>
              </a:rPr>
              <a:t>10 most reviewed listings?</a:t>
            </a:r>
          </a:p>
          <a:p>
            <a:r>
              <a:rPr lang="en-GB" dirty="0">
                <a:latin typeface="Helvetica Neue" panose="02000503000000020004" pitchFamily="2" charset="0"/>
              </a:rPr>
              <a:t>What are the top 5 most expensive neighbourhoods?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Are any hosts fully booked for March 2025 and which hosts have the least number of available dates in March 2025?</a:t>
            </a:r>
          </a:p>
          <a:p>
            <a:r>
              <a:rPr lang="en-GB" dirty="0">
                <a:latin typeface="Helvetica Neue" panose="02000503000000020004" pitchFamily="2" charset="0"/>
              </a:rPr>
              <a:t>Who are the hosts with the most listings?</a:t>
            </a:r>
          </a:p>
          <a:p>
            <a:r>
              <a:rPr lang="en-GB" dirty="0">
                <a:effectLst/>
                <a:latin typeface="Helvetica Neue" panose="02000503000000020004" pitchFamily="2" charset="0"/>
              </a:rPr>
              <a:t>Which hosts have the most reviews which say their listing is dirty?</a:t>
            </a:r>
          </a:p>
          <a:p>
            <a:endParaRPr lang="en-GB" dirty="0">
              <a:effectLst/>
              <a:latin typeface="Helvetica Neue" panose="02000503000000020004" pitchFamily="2" charset="0"/>
            </a:endParaRPr>
          </a:p>
          <a:p>
            <a:endParaRPr lang="en-GB" dirty="0">
              <a:effectLst/>
              <a:latin typeface="Helvetica Neue" panose="02000503000000020004" pitchFamily="2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6588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BD5420-A7E9-FF9E-1626-5DF974085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Question 1: Code</a:t>
            </a:r>
          </a:p>
        </p:txBody>
      </p:sp>
      <p:pic>
        <p:nvPicPr>
          <p:cNvPr id="7" name="Picture 6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AA82C66C-237F-F7BA-4778-B40C28E1A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383" y="1811506"/>
            <a:ext cx="7544121" cy="3243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511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93317C-F568-19E1-DDFC-25987D417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F4E7CB7E-6BE9-1CF8-C47A-3675D348B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E31A82F-C9F9-35A6-D675-E4209F0455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BAF15F0-A3CA-616C-942D-2702AA309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06D704C-F841-F76C-9564-D06DD37C8C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9F7DF6C-BE52-D0A1-A24A-858AD005FB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778A6-4986-8D20-6B02-F03D4D2A0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1: Output</a:t>
            </a:r>
          </a:p>
        </p:txBody>
      </p:sp>
      <p:pic>
        <p:nvPicPr>
          <p:cNvPr id="5" name="Picture 4" descr="A screenshot of a graph&#10;&#10;Description automatically generated">
            <a:extLst>
              <a:ext uri="{FF2B5EF4-FFF2-40B4-BE49-F238E27FC236}">
                <a16:creationId xmlns:a16="http://schemas.microsoft.com/office/drawing/2014/main" id="{366CE8F3-4850-77B0-24C1-B397E692B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223" y="2176669"/>
            <a:ext cx="9507984" cy="251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688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26EDF8-7FB1-BD66-2956-C170107B6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951B6A2-B662-E3AF-43CC-FACA4BBCD4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C93190-6FFF-6F0D-7395-33DE46B07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D7E0D4-A97E-A5BD-7316-891338583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0ED516A-BB15-F308-0927-788A667C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AAA7C30-9C4E-3004-1B9C-749D66748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4A44A9-5573-2084-1D8E-AE921C0A1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2: Code</a:t>
            </a:r>
          </a:p>
        </p:txBody>
      </p:sp>
      <p:pic>
        <p:nvPicPr>
          <p:cNvPr id="9" name="Picture 8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8EB26CA8-ED3E-2950-B606-D673EECCFF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940" y="1808217"/>
            <a:ext cx="7496119" cy="3241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668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66099D-CF90-5321-4475-EE52AD0C1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D454228-227E-490F-D11B-BFD8A0D14E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55F4B5-EDDF-F0B5-9B15-B8BA9DF282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4DAD82-9E9D-D3CB-629A-218C92538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2833F51-1DCF-F029-16A0-483540D200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5D02B19-E5F7-D925-D3D5-88AA935A55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F27047-3C8A-0B18-4DD3-7B2740807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2: Output</a:t>
            </a:r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8F7C7F28-3878-2940-97B7-8310D8CDD5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9476" y="2169090"/>
            <a:ext cx="6653048" cy="2519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080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20B68A-5408-3659-90BD-91A6955A4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9BC72F-68AD-D267-BC18-1F4D96ABE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CAEBA4-6193-DBAF-47F6-E840284E6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81F2129-73C2-BD52-7D9F-DA9B6CA4F6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F7E241C-280B-D0F3-44C2-4EFC8FC099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D5E2211-FC99-2001-7E8D-8CCA67A7DD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D9BDC8-7AC1-A96F-6F59-53CBF6DC5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3: Code</a:t>
            </a:r>
          </a:p>
        </p:txBody>
      </p:sp>
      <p:pic>
        <p:nvPicPr>
          <p:cNvPr id="4" name="Picture 3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552D7DE5-BFB7-AD53-CC83-8DA8CE037E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794" y="2169922"/>
            <a:ext cx="9681289" cy="251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274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544E91-998E-739A-DC33-52E5F670F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5D6AFDEE-65E3-82DA-F607-DDA8BFDA5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085CE42-F4AC-C941-8881-06CF8F6F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511A8BB-68F0-C74E-7B77-EB0FD1D3B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4E8163E-EA85-B462-168F-267FB2E54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F297B2-BE3D-677B-7799-7EC9E5D820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CAD959-097B-E7D4-A7E7-C0A09CA94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3: Output</a:t>
            </a:r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FB1535F7-47E0-D215-741D-0C41DDBE3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8906" y="1808988"/>
            <a:ext cx="9434188" cy="324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477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D9FE8D-6672-7F99-F475-4A6F5E1D7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9431CD0-C31C-5762-7C6C-92B5E4925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785173-07CF-A21D-0987-E5F3DE786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F6708B-536A-0DB1-F710-E468668E4C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6BC0735-12D9-F72F-0882-B15F27AF1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997ADA3-DD5F-E0D2-BCEB-75C7C8E7B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7811C9-E583-1E7E-13D8-DEA2729D4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4: Code</a:t>
            </a:r>
          </a:p>
        </p:txBody>
      </p:sp>
      <p:pic>
        <p:nvPicPr>
          <p:cNvPr id="4" name="Picture 3" descr="A screen shot of a computer&#10;&#10;Description automatically generated">
            <a:extLst>
              <a:ext uri="{FF2B5EF4-FFF2-40B4-BE49-F238E27FC236}">
                <a16:creationId xmlns:a16="http://schemas.microsoft.com/office/drawing/2014/main" id="{E0ADD825-6B4F-B47F-D6AA-CC5912BBA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078" y="2170491"/>
            <a:ext cx="9862134" cy="2517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5553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A48401-C267-CB53-5DAD-559F7C032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9FEB2905-6DB9-9306-6127-784BEC7C8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938100-0CB5-8F28-DFA9-9160FBC18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A4BEDE5-C110-991B-95E3-F09F20EDA6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A15A64-33D8-A489-39DD-AEE3D5001A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4A426AF-4096-5FD1-875B-B9B22E556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3A9749-5891-DEA5-F8B8-F53384B42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4: Output</a:t>
            </a:r>
          </a:p>
        </p:txBody>
      </p:sp>
      <p:pic>
        <p:nvPicPr>
          <p:cNvPr id="4" name="Picture 3" descr="A screenshot of a calculator&#10;&#10;Description automatically generated">
            <a:extLst>
              <a:ext uri="{FF2B5EF4-FFF2-40B4-BE49-F238E27FC236}">
                <a16:creationId xmlns:a16="http://schemas.microsoft.com/office/drawing/2014/main" id="{978D7A02-0A6C-AC8B-CEAC-1E260A4BB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873" y="2170141"/>
            <a:ext cx="9472254" cy="2517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35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9AC6C4-4FA5-00F8-8CCF-30861FFA9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F50FED8-2568-F169-29B0-A3D14F45C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C323C4-02F7-F875-4CA0-58C979DCFD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BDEF7DE-6BF9-9BF7-9245-6CF42596C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432E86-2004-FA85-42D4-3E6BEEDFC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AF8D57-F6D8-681A-E949-79BA696AA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60A45C-7132-7110-2A2C-C53F12493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5: Code</a:t>
            </a:r>
          </a:p>
        </p:txBody>
      </p:sp>
      <p:pic>
        <p:nvPicPr>
          <p:cNvPr id="9" name="Picture 8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8A10915E-6856-98EA-A7C2-940D67152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454" y="2167758"/>
            <a:ext cx="9421092" cy="252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3465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CF671-437F-42D3-93A3-17155EB42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BD849FB0-0307-D6E0-95B3-53A2AB60E5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A14D1E7-6141-8457-0D54-E145AC1904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D23082D-4739-9B50-DC16-E77F57EC7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0F2A8E-2A81-751B-4AD5-1FC7F5DB48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C984EC-75CF-1221-11E3-49ACE7E265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D958DE-FE70-1BC2-0E26-7FFCB4843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Question 5: Output</a:t>
            </a: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53F68585-2069-E653-D64E-40DD3E8AC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596" y="1807893"/>
            <a:ext cx="6308808" cy="3242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847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106</Words>
  <Application>Microsoft Macintosh PowerPoint</Application>
  <PresentationFormat>Widescreen</PresentationFormat>
  <Paragraphs>18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Helvetica Neue</vt:lpstr>
      <vt:lpstr>Office Theme</vt:lpstr>
      <vt:lpstr>AirBnB SQL Project</vt:lpstr>
      <vt:lpstr>Project Questions</vt:lpstr>
      <vt:lpstr>Question 1: Code</vt:lpstr>
      <vt:lpstr>Question 1: Output</vt:lpstr>
      <vt:lpstr>Question 2: Code</vt:lpstr>
      <vt:lpstr>Question 2: Output</vt:lpstr>
      <vt:lpstr>Question 3: Code</vt:lpstr>
      <vt:lpstr>Question 3: Output</vt:lpstr>
      <vt:lpstr>Question 4: Code</vt:lpstr>
      <vt:lpstr>Question 4: Output</vt:lpstr>
      <vt:lpstr>Question 5: Code</vt:lpstr>
      <vt:lpstr>Question 5: Output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Ebenezer Ekaka-a</dc:creator>
  <cp:lastModifiedBy>Ebenezer Ekaka-a</cp:lastModifiedBy>
  <cp:revision>1</cp:revision>
  <dcterms:created xsi:type="dcterms:W3CDTF">2025-02-10T10:25:23Z</dcterms:created>
  <dcterms:modified xsi:type="dcterms:W3CDTF">2025-02-10T12:48:58Z</dcterms:modified>
</cp:coreProperties>
</file>